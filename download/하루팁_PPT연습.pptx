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6A34A"/>
                </a:solidFill>
                <a:latin typeface="맑은 고딕"/>
              </a:rPr>
              <a:t>과학 4학년 (가상 수업) · 하루 한 팁 PPT 연습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111111"/>
                </a:solidFill>
                <a:latin typeface="맑은 고딕"/>
              </a:rPr>
              <a:t>식물의 한살이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707072"/>
                </a:solidFill>
                <a:latin typeface="맑은 고딕"/>
              </a:rPr>
              <a:t>따라 해 보기</a:t>
            </a:r>
          </a:p>
          <a:p>
            <a:r>
              <a:rPr sz="2000" b="0">
                <a:solidFill>
                  <a:srgbClr val="707072"/>
                </a:solidFill>
                <a:latin typeface="맑은 고딕"/>
              </a:rPr>
              <a:t>· F5 = 처음부터 / Shift + F5 = 지금 슬라이드부터</a:t>
            </a:r>
          </a:p>
          <a:p>
            <a:r>
              <a:rPr sz="2000" b="0">
                <a:solidFill>
                  <a:srgbClr val="707072"/>
                </a:solidFill>
                <a:latin typeface="맑은 고딕"/>
              </a:rPr>
              <a:t>· 슬라이드쇼 중 12 Enter → 12번 슬라이드로 바로</a:t>
            </a:r>
          </a:p>
          <a:p>
            <a:r>
              <a:rPr sz="2000" b="0">
                <a:solidFill>
                  <a:srgbClr val="707072"/>
                </a:solidFill>
                <a:latin typeface="맑은 고딕"/>
              </a:rPr>
              <a:t>· 16번 퀴즈에서 B = 검은 화면, W = 흰 화면 (아무 키나 누르면 돌아와요)</a:t>
            </a:r>
          </a:p>
          <a:p>
            <a:r>
              <a:rPr sz="2000" b="0">
                <a:solidFill>
                  <a:srgbClr val="707072"/>
                </a:solidFill>
                <a:latin typeface="맑은 고딕"/>
              </a:rPr>
              <a:t>· Ctrl + P = 펜으로 판서, E = 지우기, Ctrl + A = 화살표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2. 씨앗 관찰하기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3. 씨앗의 생김새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4. 씨앗 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5. 물 주기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6. 싹이 트는 모습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7. 떡잎과 본잎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8. 줄기가 자라요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9. 관찰 기록 쓰는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10. 모둠 관찰 일지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11. 중간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11111"/>
                </a:solidFill>
                <a:latin typeface="맑은 고딕"/>
              </a:rPr>
              <a:t>12. 싹이 트는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707072"/>
                </a:solidFill>
                <a:latin typeface="맑은 고딕"/>
              </a:rPr>
              <a:t>물 · 온도 · 공기 중 무엇이 필요할까?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06240"/>
            <a:ext cx="210312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  <a:latin typeface="맑은 고딕"/>
              </a:rPr>
              <a:t>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206240"/>
            <a:ext cx="210312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  <a:latin typeface="맑은 고딕"/>
              </a:rPr>
              <a:t>온도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4206240"/>
            <a:ext cx="2103120" cy="10058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  <a:latin typeface="맑은 고딕"/>
              </a:rPr>
              <a:t>공기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0116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D1AA0"/>
                </a:solidFill>
                <a:latin typeface="맑은 고딕"/>
              </a:rPr>
              <a:t>여기서 Ctrl + P로</a:t>
            </a:r>
          </a:p>
          <a:p>
            <a:r>
              <a:rPr sz="2000" b="1">
                <a:solidFill>
                  <a:srgbClr val="ED1AA0"/>
                </a:solidFill>
                <a:latin typeface="맑은 고딕"/>
              </a:rPr>
              <a:t>동그라미를 그려 보세요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13. 실험: 물이 없으면?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14. 실험: 추우면?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15. 실험 결과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63EB"/>
                </a:solidFill>
                <a:latin typeface="맑은 고딕"/>
              </a:rPr>
              <a:t>퀴즈 (가상)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씨가 싹 트는 데 꼭 필요하지 않은 것은?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111111"/>
                </a:solidFill>
                <a:latin typeface="맑은 고딕"/>
              </a:rPr>
              <a:t>① 물　　② 알맞은 온도　　③ 햇빛　　④ 공기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D1AA0"/>
                </a:solidFill>
                <a:latin typeface="맑은 고딕"/>
              </a:rPr>
              <a:t>다음 장에 정답이 있어요. 넘기기 전에 B를 눌러 화면을 가려 보세요.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B91C1C"/>
                </a:solidFill>
                <a:latin typeface="맑은 고딕"/>
              </a:rPr>
              <a:t>정답: ③ 햇빛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111111"/>
                </a:solidFill>
                <a:latin typeface="맑은 고딕"/>
              </a:rPr>
              <a:t>씨는 흙 속 어두운 곳에서도 싹이 터요.</a:t>
            </a:r>
          </a:p>
          <a:p>
            <a:r>
              <a:rPr sz="2800" b="0">
                <a:solidFill>
                  <a:srgbClr val="111111"/>
                </a:solidFill>
                <a:latin typeface="맑은 고딕"/>
              </a:rPr>
              <a:t>싹이 튼 뒤 자라는 데에는 햇빛이 필요해요.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18. 꽃과 열매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맑은 고딕"/>
              </a:rPr>
              <a:t>과학 4학년 (가상 수업)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맑은 고딕"/>
              </a:rPr>
              <a:t>19. 한살이 순서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07072"/>
                </a:solidFill>
                <a:latin typeface="맑은 고딕"/>
              </a:rPr>
              <a:t>연습용 빈 슬라이드예요.</a:t>
            </a:r>
          </a:p>
          <a:p>
            <a:r>
              <a:rPr sz="2400" b="0">
                <a:solidFill>
                  <a:srgbClr val="707072"/>
                </a:solidFill>
                <a:latin typeface="맑은 고딕"/>
              </a:rPr>
              <a:t>슬라이드쇼 중에 번호를 누르고 Enter로 이동해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11111"/>
                </a:solidFill>
                <a:latin typeface="맑은 고딕"/>
              </a:rPr>
              <a:t>오늘 배운 단축키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D1AA0"/>
                </a:solidFill>
                <a:latin typeface="맑은 고딕"/>
              </a:rPr>
              <a:t>Shift + F5 · 숫자 + Enter · B / W · Ctrl + 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63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